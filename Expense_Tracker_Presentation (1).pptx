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Spend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CA1-4672-B810-9E42F7338F10}"/>
              </c:ext>
            </c:extLst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CA1-4672-B810-9E42F7338F10}"/>
              </c:ext>
            </c:extLst>
          </c:dPt>
          <c:dPt>
            <c:idx val="2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CA1-4672-B810-9E42F7338F10}"/>
              </c:ext>
            </c:extLst>
          </c:dPt>
          <c:dPt>
            <c:idx val="3"/>
            <c:bubble3D val="0"/>
            <c:spPr>
              <a:solidFill>
                <a:srgbClr val="6FB9B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CA1-4672-B810-9E42F7338F10}"/>
              </c:ext>
            </c:extLst>
          </c:dPt>
          <c:dPt>
            <c:idx val="4"/>
            <c:bubble3D val="0"/>
            <c:spPr>
              <a:solidFill>
                <a:srgbClr val="B7D9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CA1-4672-B810-9E42F7338F10}"/>
              </c:ext>
            </c:extLst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CA1-4672-B810-9E42F7338F10}"/>
                </c:ext>
              </c:extLst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CA1-4672-B810-9E42F7338F10}"/>
                </c:ext>
              </c:extLst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CA1-4672-B810-9E42F7338F10}"/>
                </c:ext>
              </c:extLst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CA1-4672-B810-9E42F7338F10}"/>
                </c:ext>
              </c:extLst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CA1-4672-B810-9E42F7338F10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Food</c:v>
                </c:pt>
                <c:pt idx="1">
                  <c:v>Transport</c:v>
                </c:pt>
                <c:pt idx="2">
                  <c:v>Bills</c:v>
                </c:pt>
                <c:pt idx="3">
                  <c:v>Entertainment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20</c:v>
                </c:pt>
                <c:pt idx="2">
                  <c:v>25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CA1-4672-B810-9E42F7338F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389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EXPENSE TRACKER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2004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User Modules — built with pure HTML, CSS &amp; JavaScript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5806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SDC Project Review – 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6144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F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[]  |  []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Hard Today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20" dirty="0">
                <a:solidFill>
                  <a:srgbClr val="000000"/>
                </a:solidFill>
              </a:rPr>
              <a:t>🧾</a:t>
            </a:r>
            <a:endParaRPr lang="en-US" sz="252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5544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Receipts pile up, then get forgotten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9659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purchases and small digital payments are rarely written down anywhere.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017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20" dirty="0">
                <a:solidFill>
                  <a:srgbClr val="000000"/>
                </a:solidFill>
              </a:rPr>
              <a:t>📊</a:t>
            </a:r>
            <a:endParaRPr lang="en-US" sz="252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97180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live picture of spending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33832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statement arrives, it's too late to change that month's habits.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43484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434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20" dirty="0">
                <a:solidFill>
                  <a:srgbClr val="000000"/>
                </a:solidFill>
              </a:rPr>
              <a:t>🔐</a:t>
            </a:r>
            <a:endParaRPr lang="en-US" sz="252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43891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budgeting apps ask for too much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48006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logins and subscriptions are a lot of friction for a quick check-in.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8308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Up &amp; Log In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and sessions handled with LocalStorage.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0" y="178308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2011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Clear Modules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468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Admin and User areas, routed by role.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38160" y="155448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366760" y="178308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66760" y="2011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Entry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468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 expense in seconds — amount, payer, date.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06908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297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&amp; Person Insight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754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spending by category and by who paid.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343400" y="384048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406908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0" y="4297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Oversight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754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categories, monitor every user's activity.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138160" y="384048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366760" y="406908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66760" y="4297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Everywhere</a:t>
            </a:r>
            <a:endParaRPr lang="en-US" sz="165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4754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layout, no install, no framework.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Approach vs. Proposed System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2F2F2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8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Approach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5146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Mental tracking or scattered notes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7296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Manual spreadsheets with formulas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83133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No separation of admin and user views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48970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No quick category or per-person insight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26480" y="160020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4652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Proposed: Expense Tracker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5146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Sign up &amp; log in — JS routes you by role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317296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Dedicated Admin and User modules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383133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Automatic category &amp; per-person breakdowns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448970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data saved locally, ready on next visit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77240" y="2377440"/>
            <a:ext cx="3200400" cy="2377440"/>
          </a:xfrm>
          <a:prstGeom prst="roundRect">
            <a:avLst>
              <a:gd name="adj" fmla="val 3846"/>
            </a:avLst>
          </a:prstGeom>
          <a:solidFill>
            <a:srgbClr val="00A896"/>
          </a:solidFill>
          <a:ln/>
          <a:effectLst>
            <a:outerShdw blurRad="101600" dist="38100" dir="5400000" algn="bl" rotWithShape="0">
              <a:srgbClr val="1B1B1B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60120" y="2926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Layer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35204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(Grid &amp; Flexbox)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977640" y="320040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663440" y="2377440"/>
            <a:ext cx="3200400" cy="2377440"/>
          </a:xfrm>
          <a:prstGeom prst="roundRect">
            <a:avLst>
              <a:gd name="adj" fmla="val 3846"/>
            </a:avLst>
          </a:prstGeom>
          <a:solidFill>
            <a:srgbClr val="028090"/>
          </a:solidFill>
          <a:ln/>
          <a:effectLst>
            <a:outerShdw blurRad="101600" dist="38100" dir="5400000" algn="bl" rotWithShape="0">
              <a:srgbClr val="1B1B1B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46320" y="2926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Logic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35204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— common.js + per-page scripts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320040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8549640" y="2377440"/>
            <a:ext cx="3200400" cy="2377440"/>
          </a:xfrm>
          <a:prstGeom prst="roundRect">
            <a:avLst>
              <a:gd name="adj" fmla="val 3846"/>
            </a:avLst>
          </a:prstGeom>
          <a:solidFill>
            <a:srgbClr val="0B2B2E"/>
          </a:solidFill>
          <a:ln/>
          <a:effectLst>
            <a:outerShdw blurRad="101600" dist="38100" dir="5400000" algn="bl" rotWithShape="0">
              <a:srgbClr val="1B1B1B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732520" y="2926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732520" y="35204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— users, session, categories, data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2120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client-side — no network round-trip, no framework, no backend.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526030" cy="2834640"/>
          </a:xfrm>
          <a:prstGeom prst="roundRect">
            <a:avLst>
              <a:gd name="adj" fmla="val 2896"/>
            </a:avLst>
          </a:prstGeom>
          <a:solidFill>
            <a:srgbClr val="F3F6F5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08735" y="228600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08735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80" dirty="0">
                <a:solidFill>
                  <a:srgbClr val="000000"/>
                </a:solidFill>
              </a:rPr>
              <a:t>📄</a:t>
            </a:r>
            <a:endParaRPr lang="en-US" sz="308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474720"/>
            <a:ext cx="22517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886200"/>
            <a:ext cx="225171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structure, 4 pages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94710" y="1920240"/>
            <a:ext cx="2526030" cy="2834640"/>
          </a:xfrm>
          <a:prstGeom prst="roundRect">
            <a:avLst>
              <a:gd name="adj" fmla="val 2896"/>
            </a:avLst>
          </a:prstGeom>
          <a:solidFill>
            <a:srgbClr val="F3F6F5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54805" y="228600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54805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80" dirty="0">
                <a:solidFill>
                  <a:srgbClr val="000000"/>
                </a:solidFill>
              </a:rPr>
              <a:t>🎨</a:t>
            </a:r>
            <a:endParaRPr lang="en-US" sz="3080" dirty="0"/>
          </a:p>
        </p:txBody>
      </p:sp>
      <p:sp>
        <p:nvSpPr>
          <p:cNvPr id="11" name="Text 9"/>
          <p:cNvSpPr txBox="1"/>
          <p:nvPr/>
        </p:nvSpPr>
        <p:spPr>
          <a:xfrm>
            <a:off x="3531870" y="3474720"/>
            <a:ext cx="22517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31870" y="3886200"/>
            <a:ext cx="225171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for layout, Flexbox for components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40780" y="1920240"/>
            <a:ext cx="2526030" cy="2834640"/>
          </a:xfrm>
          <a:prstGeom prst="roundRect">
            <a:avLst>
              <a:gd name="adj" fmla="val 2896"/>
            </a:avLst>
          </a:prstGeom>
          <a:solidFill>
            <a:srgbClr val="F3F6F5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000875" y="228600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000875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80" dirty="0">
                <a:solidFill>
                  <a:srgbClr val="000000"/>
                </a:solidFill>
              </a:rPr>
              <a:t>⚙️</a:t>
            </a:r>
            <a:endParaRPr lang="en-US" sz="3080" dirty="0"/>
          </a:p>
        </p:txBody>
      </p:sp>
      <p:sp>
        <p:nvSpPr>
          <p:cNvPr id="16" name="Text 14"/>
          <p:cNvSpPr txBox="1"/>
          <p:nvPr/>
        </p:nvSpPr>
        <p:spPr>
          <a:xfrm>
            <a:off x="6377940" y="3474720"/>
            <a:ext cx="22517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77940" y="3886200"/>
            <a:ext cx="225171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Logic, validation &amp; module routing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86850" y="1920240"/>
            <a:ext cx="2526030" cy="2834640"/>
          </a:xfrm>
          <a:prstGeom prst="roundRect">
            <a:avLst>
              <a:gd name="adj" fmla="val 2896"/>
            </a:avLst>
          </a:prstGeom>
          <a:solidFill>
            <a:srgbClr val="F3F6F5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846945" y="228600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846945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80" dirty="0">
                <a:solidFill>
                  <a:srgbClr val="000000"/>
                </a:solidFill>
              </a:rPr>
              <a:t>💾</a:t>
            </a:r>
            <a:endParaRPr lang="en-US" sz="3080" dirty="0"/>
          </a:p>
        </p:txBody>
      </p:sp>
      <p:sp>
        <p:nvSpPr>
          <p:cNvPr id="21" name="Text 19"/>
          <p:cNvSpPr txBox="1"/>
          <p:nvPr/>
        </p:nvSpPr>
        <p:spPr>
          <a:xfrm>
            <a:off x="9224010" y="3474720"/>
            <a:ext cx="22517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LocalStorage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24010" y="3886200"/>
            <a:ext cx="225171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data store — no server, no DB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language, library or framework is used — per the project guidelines.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Navigation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20" dirty="0">
                <a:solidFill>
                  <a:srgbClr val="000000"/>
                </a:solidFill>
              </a:rPr>
              <a:t>🔐</a:t>
            </a:r>
            <a:endParaRPr lang="en-US" sz="252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5544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Up &amp; Log In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9659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are created and checked entirely against LocalStorage — no server.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017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20" dirty="0">
                <a:solidFill>
                  <a:srgbClr val="000000"/>
                </a:solidFill>
              </a:rPr>
              <a:t>🧭</a:t>
            </a:r>
            <a:endParaRPr lang="en-US" sz="252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97180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Routing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33832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login, JavaScript sends Admin and User accounts to their own page.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43484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434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20" dirty="0">
                <a:solidFill>
                  <a:srgbClr val="000000"/>
                </a:solidFill>
              </a:rPr>
              <a:t>🚪</a:t>
            </a:r>
            <a:endParaRPr lang="en-US" sz="252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43891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Guarded Pages &amp; Logout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48006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re-checks the session on load and returns to Login if it's missing.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Module — Key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3F6F5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810512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304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Expense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249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category, payer &amp; date in one quick form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3F6F5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0" y="1810512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2304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Members &amp; Paid By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7249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who's in the group and who paid each time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155448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3F6F5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366760" y="1810512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66760" y="2304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Dashboard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7249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total spent and transaction count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3F6F5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096512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590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Breakdown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0109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 view of where money goes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43400" y="384048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3F6F5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4096512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0" y="4590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Spending by Person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50109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how much each person has paid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138160" y="384048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3F6F5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366760" y="4096512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66760" y="4590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Design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50109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right on phone, tablet or desktop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Module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20" dirty="0">
                <a:solidFill>
                  <a:srgbClr val="000000"/>
                </a:solidFill>
              </a:rPr>
              <a:t>🗂️</a:t>
            </a:r>
            <a:endParaRPr lang="en-US" sz="252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5544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Categories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9659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remove entries in the shared category list every user draws from.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017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20" dirty="0">
                <a:solidFill>
                  <a:srgbClr val="000000"/>
                </a:solidFill>
              </a:rPr>
              <a:t>👥</a:t>
            </a:r>
            <a:endParaRPr lang="en-US" sz="252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97180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Every User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33832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table of each account's transaction count and total spend.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43484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434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20" dirty="0">
                <a:solidFill>
                  <a:srgbClr val="000000"/>
                </a:solidFill>
              </a:rPr>
              <a:t>🗑️</a:t>
            </a:r>
            <a:endParaRPr lang="en-US" sz="252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43891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a User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48006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an account and its expense data directly from the dashboard.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Spending Breakdown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data from the User Module — one sample month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731520" y="1737360"/>
          <a:ext cx="60350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9202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26680" y="1874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 —  35% of spend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315200" y="256032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26680" y="2514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 —  20% of spend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315200" y="32004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26680" y="3154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 —  25% of spend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315200" y="384048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6FB9B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26680" y="3794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  —  10% of spend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315200" y="448056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B7D9D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2668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 —  10% of spend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5146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Clear split between Admin and User responsibilities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918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install, framework or internet needed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0690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Instant totals, category &amp; per-person feedback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8463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hosting cost — no backend to run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60020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0B2B2E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4652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5146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Real backend (Node.js/Express or Java/Spring Boot) + database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32918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Hashed passwords instead of plain text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40690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Budgets, alerts and trend analytics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48463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Export expense history to Excel or PDF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840480"/>
            <a:ext cx="4114800" cy="411480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5603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520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less effort. Understand more.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675</Words>
  <Application>Microsoft Office PowerPoint</Application>
  <PresentationFormat>Widescreen</PresentationFormat>
  <Paragraphs>138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KALAVALA GOPALA RAO</cp:lastModifiedBy>
  <cp:revision>2</cp:revision>
  <dcterms:created xsi:type="dcterms:W3CDTF">2026-09-25T06:11:11Z</dcterms:created>
  <dcterms:modified xsi:type="dcterms:W3CDTF">2026-09-26T03:58:39Z</dcterms:modified>
</cp:coreProperties>
</file>